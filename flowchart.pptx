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30" d="100"/>
          <a:sy n="130" d="100"/>
        </p:scale>
        <p:origin x="-107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6331E-5E07-C5DB-F43B-C8E05A735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FB57E-4295-9012-7DEF-C9287617F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B7CDF-8562-F8A9-F280-A22F7F064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C4E8-011F-405F-98DE-A3222105064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19ECD-EACB-BF78-224C-805E6EBF7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6CB0F-FCD7-0AC9-B2ED-0BB5A668C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A00D6-9191-471A-B912-93EB1FE81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8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533E-D246-268B-9C81-CEF0F3E7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5BB2D-4E5C-A7E1-3E55-0F15E8C4D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8F53D-2715-F436-E99E-31EF3335A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C4E8-011F-405F-98DE-A3222105064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4593F-0125-B4E1-FB62-923E3E21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B44CB-D3C2-0AF0-A036-4A4B0CEB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A00D6-9191-471A-B912-93EB1FE81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09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7467-AC7F-C918-03F1-B75EC6A0F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58C9-0004-02F3-29D7-9ED14553F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7B013-4198-BAA5-616E-DEFE1A1E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C4E8-011F-405F-98DE-A3222105064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FADEF-293C-AFDD-1D91-3D517983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E7344-9B94-5A66-7617-C680EBC6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A00D6-9191-471A-B912-93EB1FE81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75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751A-5DEB-D6BF-16D6-E5725B06C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01DBE-7EC8-8BD8-2B10-35B5276AC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033B6-0D62-5538-1D3E-678C12235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C796C-7BCB-D540-08CB-A6C97E36F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C4E8-011F-405F-98DE-A3222105064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33CF5-3491-6767-05E6-8586CCEEE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69807-3A26-A8AC-F95F-5CAD8568B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A00D6-9191-471A-B912-93EB1FE81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5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DAE26-9F79-94C3-084C-95C763009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C1A33-0E90-A445-B231-944DFAE1F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BDC98-7C93-1EAE-1DE5-A49AB5E05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6ADB2-2010-162A-877E-BA0B745F9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28163-0220-89CC-89C2-2B295ABA7F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408212-6659-2EBC-AADF-14FA450D1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C4E8-011F-405F-98DE-A3222105064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DF30CF-61ED-7599-55E7-5F7F9E2A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80C129-3678-CEDF-2BE6-7254B7A3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A00D6-9191-471A-B912-93EB1FE81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03848-8C37-1657-E0BC-A68AFD9F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E126D6-9E34-2697-5EE2-F7BBAB03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C4E8-011F-405F-98DE-A3222105064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CDEFB-417E-2259-71E7-4BCBACD0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3E0C1-F7DC-E0E3-2C2F-48075E7D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A00D6-9191-471A-B912-93EB1FE81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022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14407-2EB2-5FDB-8FDC-FB4C5B115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C4E8-011F-405F-98DE-A3222105064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C2243-1A60-5BCC-88F4-6C954B363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C2C3A-7627-1298-3AEF-5008FB73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A00D6-9191-471A-B912-93EB1FE81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35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B6D7-A51E-E31A-D681-024E2C4B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2D238-4089-14BF-3244-D0A5C57C5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E178C-3BEC-02E2-A6FD-37FF86049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1EAA5-F317-6DB3-1F09-975C8E4B7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C4E8-011F-405F-98DE-A3222105064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13806-ED5B-58BB-05D4-9D1BA37C0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CC649-33E4-FEB5-D0F2-9272AD1A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A00D6-9191-471A-B912-93EB1FE81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39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EAF08-7F68-CF0B-A25A-6FD09B4F6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B2370A-150B-4D92-7AA8-F9BC2531F7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0ECF8-B259-597C-0D64-296525A3D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F77FE-DC83-71F8-1994-4EE5CE25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C4E8-011F-405F-98DE-A3222105064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9BFA1-0A3A-6020-C91F-24430FE15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91C7C-3ABB-44FE-42FC-C984E2C0C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A00D6-9191-471A-B912-93EB1FE81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93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0ADD-1BE8-F309-2F4F-313F27EDF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DEE45-32C9-3354-DAD7-EAA4AEA78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3C9FA-91B9-DA59-7FB6-438D2AEDB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C4E8-011F-405F-98DE-A3222105064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F352E-A8AD-6345-409E-E547B6CA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E8A7A-0367-30FB-1889-5A14D32CF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A00D6-9191-471A-B912-93EB1FE81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4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E525A1-42AB-84BD-F495-5F2AFA7819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2ADE6-3A96-CD67-3BDB-D32D4FD42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B81DB-06B2-C3AA-2A7A-C579A6BC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8C4E8-011F-405F-98DE-A3222105064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8338C-4FBF-909B-18B4-D29C9BA01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679B1-D5FE-71A7-7B9E-54501886F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A00D6-9191-471A-B912-93EB1FE81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4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E5251-DB16-2981-D96A-3B0C6DD34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EBD05-B556-07DE-895C-59ECDFF6B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6C0AB-6B81-6579-6913-6DC4A57E1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8C4E8-011F-405F-98DE-A3222105064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D6EB8-BB39-F7C6-9347-019F8DF49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99D0E-D5A3-2F75-CD04-2A1472572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A00D6-9191-471A-B912-93EB1FE81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269934B-108B-CDA9-CFAA-F20703618552}"/>
              </a:ext>
            </a:extLst>
          </p:cNvPr>
          <p:cNvGrpSpPr/>
          <p:nvPr/>
        </p:nvGrpSpPr>
        <p:grpSpPr>
          <a:xfrm>
            <a:off x="5369273" y="53340"/>
            <a:ext cx="1042464" cy="3963657"/>
            <a:chOff x="5369273" y="53340"/>
            <a:chExt cx="1042464" cy="3963657"/>
          </a:xfrm>
        </p:grpSpPr>
        <p:sp>
          <p:nvSpPr>
            <p:cNvPr id="5" name="Parallelogram 4">
              <a:extLst>
                <a:ext uri="{FF2B5EF4-FFF2-40B4-BE49-F238E27FC236}">
                  <a16:creationId xmlns:a16="http://schemas.microsoft.com/office/drawing/2014/main" id="{1AEAD1C3-1D8F-AC08-E052-60AAA6C773D2}"/>
                </a:ext>
              </a:extLst>
            </p:cNvPr>
            <p:cNvSpPr/>
            <p:nvPr/>
          </p:nvSpPr>
          <p:spPr>
            <a:xfrm>
              <a:off x="5395451" y="387145"/>
              <a:ext cx="1016286" cy="356644"/>
            </a:xfrm>
            <a:prstGeom prst="parallelogram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Gather ingredients (flour, sugar, eggs, butter)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956F05-557B-E75D-50F4-EB3AE650F18F}"/>
                </a:ext>
              </a:extLst>
            </p:cNvPr>
            <p:cNvSpPr/>
            <p:nvPr/>
          </p:nvSpPr>
          <p:spPr>
            <a:xfrm>
              <a:off x="5369273" y="929005"/>
              <a:ext cx="1016286" cy="27247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Beat butter and sugar until   light and creamy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79212A6-7ED1-CFBB-2BBC-F82FD605DED8}"/>
                </a:ext>
              </a:extLst>
            </p:cNvPr>
            <p:cNvSpPr/>
            <p:nvPr/>
          </p:nvSpPr>
          <p:spPr>
            <a:xfrm>
              <a:off x="5369273" y="1389438"/>
              <a:ext cx="1016286" cy="304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Gradually add eggs one at a time and beat mixture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71C6CCA-4019-0D32-7250-BD3594157E98}"/>
                </a:ext>
              </a:extLst>
            </p:cNvPr>
            <p:cNvSpPr/>
            <p:nvPr/>
          </p:nvSpPr>
          <p:spPr>
            <a:xfrm>
              <a:off x="5369273" y="1862349"/>
              <a:ext cx="1016286" cy="2286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Add flour and fold with    spatula 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F0C23CB-B94F-B4BE-95E2-6223DF593E0B}"/>
                </a:ext>
              </a:extLst>
            </p:cNvPr>
            <p:cNvSpPr/>
            <p:nvPr/>
          </p:nvSpPr>
          <p:spPr>
            <a:xfrm>
              <a:off x="5369273" y="2276164"/>
              <a:ext cx="1016286" cy="1927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Pour batter into pan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69DB6E-AE9D-0DDE-E64F-2915A328CD20}"/>
                </a:ext>
              </a:extLst>
            </p:cNvPr>
            <p:cNvSpPr/>
            <p:nvPr/>
          </p:nvSpPr>
          <p:spPr>
            <a:xfrm>
              <a:off x="5369273" y="2658252"/>
              <a:ext cx="1016286" cy="26127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Bake at 175°C – 180°C for set time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3A1F787-EE05-0272-4292-26F10A298FF4}"/>
                </a:ext>
              </a:extLst>
            </p:cNvPr>
            <p:cNvSpPr/>
            <p:nvPr/>
          </p:nvSpPr>
          <p:spPr>
            <a:xfrm>
              <a:off x="5661659" y="53340"/>
              <a:ext cx="483871" cy="14859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Start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9E51DF-D015-01DC-D3F0-C962B710BFAB}"/>
                </a:ext>
              </a:extLst>
            </p:cNvPr>
            <p:cNvSpPr/>
            <p:nvPr/>
          </p:nvSpPr>
          <p:spPr>
            <a:xfrm>
              <a:off x="5369273" y="3100495"/>
              <a:ext cx="1016286" cy="2286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Let cake cool before serving</a:t>
              </a:r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454D5E01-568E-3303-FA54-8CA676F74E33}"/>
                </a:ext>
              </a:extLst>
            </p:cNvPr>
            <p:cNvSpPr/>
            <p:nvPr/>
          </p:nvSpPr>
          <p:spPr>
            <a:xfrm>
              <a:off x="5507526" y="3510068"/>
              <a:ext cx="792128" cy="160020"/>
            </a:xfrm>
            <a:prstGeom prst="parallelogram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Cake is ready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7494595-A79A-C8A8-D9F3-43D5CED01DC4}"/>
                </a:ext>
              </a:extLst>
            </p:cNvPr>
            <p:cNvSpPr/>
            <p:nvPr/>
          </p:nvSpPr>
          <p:spPr>
            <a:xfrm>
              <a:off x="5661659" y="3868407"/>
              <a:ext cx="483871" cy="14859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End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850EB62-8B30-A184-BA8D-98CF1F697425}"/>
                </a:ext>
              </a:extLst>
            </p:cNvPr>
            <p:cNvCxnSpPr>
              <a:cxnSpLocks/>
              <a:stCxn id="17" idx="4"/>
              <a:endCxn id="5" idx="0"/>
            </p:cNvCxnSpPr>
            <p:nvPr/>
          </p:nvCxnSpPr>
          <p:spPr>
            <a:xfrm flipH="1">
              <a:off x="5903594" y="201930"/>
              <a:ext cx="1" cy="185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EE6009C-5343-8CB2-F591-A23321F430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3594" y="734278"/>
              <a:ext cx="1" cy="185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779D64C-CA23-F2AA-89A8-97E024EAC9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3593" y="1201480"/>
              <a:ext cx="1" cy="185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37D66FB-3A18-AD63-DF32-E70AAC4ABE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3592" y="1666339"/>
              <a:ext cx="1" cy="185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E85C6908-888F-50EC-69A4-9FBEBBC307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3591" y="2090949"/>
              <a:ext cx="1" cy="185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674CACD-C8C9-7E79-9676-464543D199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3590" y="2471705"/>
              <a:ext cx="1" cy="185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6FB5F68-E0E2-4D71-4B14-3135F3EE90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3590" y="2904485"/>
              <a:ext cx="1" cy="185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9CD3101-078F-EE12-9831-BB79F0CBB6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3590" y="3318301"/>
              <a:ext cx="1" cy="185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790BF37-F7E5-6CB7-046D-7401A676AD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03589" y="3676640"/>
              <a:ext cx="1" cy="1852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5827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2025-08-27T10:07:51Z</dcterms:created>
  <dcterms:modified xsi:type="dcterms:W3CDTF">2025-08-27T10:08:11Z</dcterms:modified>
</cp:coreProperties>
</file>